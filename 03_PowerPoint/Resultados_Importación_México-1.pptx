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Alimentos</c:v>
                </c:pt>
                <c:pt idx="1">
                  <c:v>Bebidas</c:v>
                </c:pt>
                <c:pt idx="2">
                  <c:v>Limpieza</c:v>
                </c:pt>
                <c:pt idx="3">
                  <c:v>Hogar</c:v>
                </c:pt>
                <c:pt idx="4">
                  <c:v>Oficina</c:v>
                </c:pt>
                <c:pt idx="5">
                  <c:v>Tecnología</c:v>
                </c:pt>
                <c:pt idx="6">
                  <c:v>Accesorios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9464.0</c:v>
                </c:pt>
                <c:pt idx="1">
                  <c:v>2661.75</c:v>
                </c:pt>
                <c:pt idx="2">
                  <c:v>3438.5</c:v>
                </c:pt>
                <c:pt idx="3">
                  <c:v>4945.5</c:v>
                </c:pt>
                <c:pt idx="4">
                  <c:v>3803.5</c:v>
                </c:pt>
                <c:pt idx="5">
                  <c:v>6403.75</c:v>
                </c:pt>
                <c:pt idx="6">
                  <c:v>9642.0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NicaTrade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03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Operación de importación</a:t>
            </a:r>
          </a:p>
          <a:p>
            <a:pPr algn="ctr">
              <a:defRPr sz="2400"/>
            </a:pPr>
            <a:r>
              <a:t>México → Nicaragua</a:t>
            </a:r>
          </a:p>
          <a:p>
            <a:pPr algn="ctr">
              <a:defRPr sz="2400"/>
            </a:pPr>
          </a:p>
          <a:p>
            <a:pPr algn="ctr">
              <a:defRPr sz="2400"/>
            </a:pPr>
            <a:r>
              <a:t>Ashley Stephanie López López</a:t>
            </a:r>
          </a:p>
          <a:p>
            <a:pPr algn="ctr">
              <a:defRPr sz="2400"/>
            </a:pPr>
            <a:r>
              <a:t>Maria Alejandra Rivera Castillo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Empresa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Empresa: NicaTrade International</a:t>
            </a:r>
          </a:p>
          <a:p>
            <a:pPr>
              <a:defRPr sz="2200"/>
            </a:pPr>
            <a:r>
              <a:t>• Actividad: importación y exportación de productos alimenticios y de consumo</a:t>
            </a:r>
          </a:p>
          <a:p>
            <a:pPr>
              <a:defRPr sz="2200"/>
            </a:pPr>
            <a:r>
              <a:t>• Operación: importación desde México hacia Nicaragua</a:t>
            </a:r>
          </a:p>
          <a:p>
            <a:pPr>
              <a:defRPr sz="2200"/>
            </a:pPr>
            <a:r>
              <a:t>• Productos: alimentos, bebidas, limpieza, hogar, oficina, tecnología y accesorios</a:t>
            </a:r>
          </a:p>
          <a:p>
            <a:pPr>
              <a:defRPr sz="2200"/>
            </a:pPr>
            <a:r>
              <a:t>• Registros analizados: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Total de la operación: USD 40,359.00</a:t>
            </a:r>
          </a:p>
          <a:p>
            <a:pPr>
              <a:defRPr sz="2000"/>
            </a:pPr>
            <a:r>
              <a:t>• Mayor importe: Mochilas</a:t>
            </a:r>
          </a:p>
          <a:p>
            <a:pPr>
              <a:defRPr sz="2000"/>
            </a:pPr>
            <a:r>
              <a:t>• Importe mayor: USD 1,912.50</a:t>
            </a:r>
          </a:p>
          <a:p>
            <a:pPr>
              <a:defRPr sz="2000"/>
            </a:pPr>
            <a:r>
              <a:t>• Precio promedio: USD 7.74</a:t>
            </a:r>
          </a:p>
          <a:p>
            <a:pPr>
              <a:defRPr sz="2000"/>
            </a:pPr>
            <a:r>
              <a:t>• Productos registrados: 50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El análisis permite conocer el valor total de la operación y los productos de mayor importe.</a:t>
            </a:r>
          </a:p>
          <a:p>
            <a:pPr>
              <a:defRPr sz="2100"/>
            </a:pPr>
            <a:r>
              <a:t>• Revisar cantidades y precios ayuda a tomar decisiones comerciales con información ordenada.</a:t>
            </a:r>
          </a:p>
          <a:p>
            <a:pPr>
              <a:defRPr sz="2100"/>
            </a:pPr>
            <a:r>
              <a:t>• La gestión digital facilita organizar, compartir, localizar y recuperar documentos.</a:t>
            </a:r>
          </a:p>
          <a:p>
            <a:pPr>
              <a:defRPr sz="2100"/>
            </a:pPr>
            <a:r>
              <a:t>• Excel, Word, PowerPoint, Google Drive y GitHub forman parte de un proceso integrado de gestión de información.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